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43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91440"/>
            <a:ext cx="2514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530352"/>
            <a:ext cx="8869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34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Review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Hostel Management System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Application for Streamlined Hostel Administration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0" y="2423160"/>
            <a:ext cx="3657600" cy="0"/>
          </a:xfrm>
          <a:prstGeom prst="line">
            <a:avLst/>
          </a:prstGeom>
          <a:noFill/>
          <a:ln w="19050">
            <a:solidFill>
              <a:srgbClr val="C05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999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25b21AI052 -  V. BHUVAN BHUPATI -  AIML</a:t>
            </a:r>
          </a:p>
        </p:txBody>
      </p:sp>
      <p:sp>
        <p:nvSpPr>
          <p:cNvPr id="10" name="Text 7"/>
          <p:cNvSpPr/>
          <p:nvPr/>
        </p:nvSpPr>
        <p:spPr>
          <a:xfrm>
            <a:off x="365760" y="33467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25B21AI039 – G.LAKSHMI PRASAD - AIML</a:t>
            </a:r>
          </a:p>
        </p:txBody>
      </p:sp>
      <p:sp>
        <p:nvSpPr>
          <p:cNvPr id="11" name="Text 8"/>
          <p:cNvSpPr/>
          <p:nvPr/>
        </p:nvSpPr>
        <p:spPr>
          <a:xfrm>
            <a:off x="4754880" y="2999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25B21AI037 – K.RAMA SURYA CHARAN – AIML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54880" y="33467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25B21AI059 –  G.SAI PRABODH	     - AIML</a:t>
            </a:r>
          </a:p>
        </p:txBody>
      </p:sp>
      <p:sp>
        <p:nvSpPr>
          <p:cNvPr id="13" name="Text 10"/>
          <p:cNvSpPr/>
          <p:nvPr/>
        </p:nvSpPr>
        <p:spPr>
          <a:xfrm>
            <a:off x="2743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NUMBER: 12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37160" y="4846320"/>
            <a:ext cx="8869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Abstract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Introduction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Problem Statement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Scope of the Project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Modules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Database Design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Output Screenshots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Conclusion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References</a:t>
            </a:r>
            <a:endParaRPr lang="en-US" sz="1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Thank You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Hostel Management System is a comprehensive web-based application developed using PHP and MySQL to automate and streamline the administrative functions of a student hostel.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highlights: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traditional paper-based processes with a centralized digital platform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student registration, room allocation, and course management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 secure admin login module restricting unauthorized access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with real-time statistics using Chart.js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front-end using Bootstrap 3 and jQuery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 with 8 core tables; total size ~146.8 KiB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Keywords:  Hostel Management System · PHP · MySQL · Bootstrap · jQuery · Admin Dashboard · Session Authentication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Hostel Management System is a web-based application designed to automate the day-to-day administrative tasks of managing a student hostel.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system is needed: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number of students residing in hostels at educational institutions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record-keeping has become inefficient, error-prone and time-consuming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system to manage room allocations and registrations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system provides: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secure, centralized platform accessible to both admin and students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can manage rooms, students, courses and view live statistics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 self-register, login and view room and profile details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hostel management relies heavily on paper-based records and manual processes.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with the existing manual system: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in tracking room availability in real time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 of student records across registers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 and errors in fee management and record retrieval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a centralized platform makes reporting cumbersome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mechanism for student self-service or digital access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to efficiently handle student registrations, room allocations and course information while providing administrators with real-time statistical data?"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of the Project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4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 Side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5760" y="1371600"/>
            <a:ext cx="3977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login with session management and access log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creation, editing and availability checking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registration with full personal, guardian and address details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management – add and edit academic programmes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dashboard: total students, rooms and courses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student records and view user access logs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0" y="1005840"/>
            <a:ext cx="0" cy="393192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4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Side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54880" y="137160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Self-registration via the User Registration form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login using email and password credentials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personal profile and room details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password via student portal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hostel and view room details post-login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activity tracked in user_log table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28600" y="987552"/>
            <a:ext cx="4206240" cy="868680"/>
          </a:xfrm>
          <a:prstGeom prst="rect">
            <a:avLst/>
          </a:prstGeom>
          <a:solidFill>
            <a:srgbClr val="F7F8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10241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Home / Landing Page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133502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entry point – system title, feature diagram, Register / User Login / Admin Login buttons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17720" y="987552"/>
            <a:ext cx="4206240" cy="868680"/>
          </a:xfrm>
          <a:prstGeom prst="rect">
            <a:avLst/>
          </a:prstGeom>
          <a:solidFill>
            <a:srgbClr val="FFF8F5"/>
          </a:solidFill>
          <a:ln w="10160">
            <a:solidFill>
              <a:srgbClr val="C05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10241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Admin Authentication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09160" y="133502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validated against admin table; PHP session initiated; IP &amp; timestamp logged in admin_log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993392"/>
            <a:ext cx="4206240" cy="868680"/>
          </a:xfrm>
          <a:prstGeom prst="rect">
            <a:avLst/>
          </a:prstGeom>
          <a:solidFill>
            <a:srgbClr val="F7F8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20299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User Authentication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23408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self-registration and login; activity tracked in user_log table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1993392"/>
            <a:ext cx="4206240" cy="868680"/>
          </a:xfrm>
          <a:prstGeom prst="rect">
            <a:avLst/>
          </a:prstGeom>
          <a:solidFill>
            <a:srgbClr val="FFF8F5"/>
          </a:solidFill>
          <a:ln w="10160">
            <a:solidFill>
              <a:srgbClr val="C05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09160" y="20299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Dashboard Modules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09160" y="23408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total students, rooms, courses (Chart.js charts). Student: My Profile &amp; My Room panels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8600" y="2999232"/>
            <a:ext cx="4206240" cy="868680"/>
          </a:xfrm>
          <a:prstGeom prst="rect">
            <a:avLst/>
          </a:prstGeom>
          <a:solidFill>
            <a:srgbClr val="F7F8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0040" y="30358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Room Management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" y="33467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rooms (seater 1–5, room no., fees); edit rooms; check availability before registration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17720" y="2999232"/>
            <a:ext cx="4206240" cy="868680"/>
          </a:xfrm>
          <a:prstGeom prst="rect">
            <a:avLst/>
          </a:prstGeom>
          <a:solidFill>
            <a:srgbClr val="FFF8F5"/>
          </a:solidFill>
          <a:ln w="10160">
            <a:solidFill>
              <a:srgbClr val="C05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09160" y="30358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Student Registration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09160" y="33467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Admin-side multi-section form: room assignment, personal details, guardian info, address, academics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28600" y="4005072"/>
            <a:ext cx="4206240" cy="868680"/>
          </a:xfrm>
          <a:prstGeom prst="rect">
            <a:avLst/>
          </a:prstGeom>
          <a:solidFill>
            <a:srgbClr val="F7F8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0040" y="40416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Profile &amp; Password Module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0040" y="435254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and student can update profile info and change password (old password required)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17720" y="4005072"/>
            <a:ext cx="4206240" cy="868680"/>
          </a:xfrm>
          <a:prstGeom prst="rect">
            <a:avLst/>
          </a:prstGeom>
          <a:solidFill>
            <a:srgbClr val="FFF8F5"/>
          </a:solidFill>
          <a:ln w="10160">
            <a:solidFill>
              <a:srgbClr val="C05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09160" y="40416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Course Management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09160" y="435254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/ edit academic programmes (B.Tech, BCA, MBA, MCA, etc.) for student categorisation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Used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87552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scripting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5.5.28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management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5.6.26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Bootstrap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Responsive UI framework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jQuery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Client-side scripting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Chart.js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charts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DataTables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 sortable tables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 Awesome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Icon library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Apache/XAMPP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web 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Design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'hostel'  ·  MySQL 5.6  ·  phpMyAdmin  ·  8 Tables  ·  ~146.8 KiB  ·  InnoDB / MyISAM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Administrator credentials, email, password and registration 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admin_log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Tracks every admin login — IP address and timestamp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 number, seater capacity (1–5) and monthly fee (INR)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student record: room assignment, personal, guardian &amp; address info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 programme catalogue: B.Tech, BCA, BComm, BSc, MCA, MBA, 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reference list used in address dropdowns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user_log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Tracks every student login — IP address and timestamp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userregistration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self-registration credentials for the student portal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Screenshots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01168" y="1005840"/>
            <a:ext cx="2743200" cy="1188720"/>
          </a:xfrm>
          <a:prstGeom prst="rect">
            <a:avLst/>
          </a:prstGeom>
          <a:solidFill>
            <a:srgbClr val="EEF2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46888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Home / Landing Page ]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01168" y="22219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title · Feature diagram (Room Allocation, Hostel Reports, Visitor Mgmt, Attendance) · Register / Login nav buttons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145536" y="1005840"/>
            <a:ext cx="2743200" cy="1188720"/>
          </a:xfrm>
          <a:prstGeom prst="rect">
            <a:avLst/>
          </a:prstGeom>
          <a:solidFill>
            <a:srgbClr val="EEF2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191256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Admin Login Screen 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45536" y="22219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Styled overlay form · Validates credentials · Initiates PHP session · Redirects to Admin Dashboard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9904" y="1005840"/>
            <a:ext cx="2743200" cy="1188720"/>
          </a:xfrm>
          <a:prstGeom prst="rect">
            <a:avLst/>
          </a:prstGeom>
          <a:solidFill>
            <a:srgbClr val="EEF2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35624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Admin Dashboard 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9904" y="22219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stats: total students, rooms, courses · Line chart, Pie chart and Doughnut chart via Chart.js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01168" y="2971800"/>
            <a:ext cx="2743200" cy="1188720"/>
          </a:xfrm>
          <a:prstGeom prst="rect">
            <a:avLst/>
          </a:prstGeom>
          <a:solidFill>
            <a:srgbClr val="EEF2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46888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Admin Profile Screen ]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1168" y="41879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panels side-by-side: Profile Details (read-only username) + Change Password panel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145536" y="2971800"/>
            <a:ext cx="2743200" cy="1188720"/>
          </a:xfrm>
          <a:prstGeom prst="rect">
            <a:avLst/>
          </a:prstGeom>
          <a:solidFill>
            <a:srgbClr val="EEF2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191256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User Login Screen ]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145536" y="41879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Student-facing auth form (email + password) · Separate from Admin portal · Role-based separation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89904" y="2971800"/>
            <a:ext cx="2743200" cy="1188720"/>
          </a:xfrm>
          <a:prstGeom prst="rect">
            <a:avLst/>
          </a:prstGeom>
          <a:solidFill>
            <a:srgbClr val="EEF2FF"/>
          </a:solidFill>
          <a:ln w="10160">
            <a:solidFill>
              <a:srgbClr val="2B34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35624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User Registration 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89904" y="41879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Form: Reg. No., First/Middle/Last Name, Gender, Contact, Email, Password, Confirm Password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F503DBD-C6C2-13AE-FCEE-94D71B1DA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005840"/>
            <a:ext cx="2743200" cy="121615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3E9CCE2-8D58-28FB-012A-DA2325F71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2971801"/>
            <a:ext cx="2743200" cy="11887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7A8F926-51AD-0F97-594D-00DB09A4A1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535" y="982980"/>
            <a:ext cx="2743201" cy="123901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E164301-DC8A-E0AE-D972-21D744917C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4" y="1005841"/>
            <a:ext cx="2744086" cy="121158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6FB6C7E-DE05-F4B6-B5ED-FD251EDF3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786" y="2971801"/>
            <a:ext cx="2743200" cy="121615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EA0DF93-7C65-D1E0-599E-F90A56FE5B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536" y="2967228"/>
            <a:ext cx="2743200" cy="12161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Screenshots (Cont.)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051560"/>
            <a:ext cx="2606040" cy="2011680"/>
          </a:xfrm>
          <a:prstGeom prst="rect">
            <a:avLst/>
          </a:prstGeom>
          <a:solidFill>
            <a:srgbClr val="FFF8F5"/>
          </a:solidFill>
          <a:ln w="10160">
            <a:solidFill>
              <a:srgbClr val="C05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85623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05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Student Dashboard ]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310896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panels: My Profile (blue) &amp; My Room (green). Sidebar: Dashboard, My Profile, Change Password, Book Hostel, Room Details, Access Log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051560"/>
            <a:ext cx="2606040" cy="2011680"/>
          </a:xfrm>
          <a:prstGeom prst="rect">
            <a:avLst/>
          </a:prstGeom>
          <a:solidFill>
            <a:srgbClr val="FFF8F5"/>
          </a:solidFill>
          <a:ln w="10160">
            <a:solidFill>
              <a:srgbClr val="C05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83280" y="185623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05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Room Management 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37560" y="310896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room: select seater (1–5), enter room no. &amp; monthly fee. Duplicate check via SELECT query before INSERT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051560"/>
            <a:ext cx="2606040" cy="2011680"/>
          </a:xfrm>
          <a:prstGeom prst="rect">
            <a:avLst/>
          </a:prstGeom>
          <a:solidFill>
            <a:srgbClr val="FFF8F5"/>
          </a:solidFill>
          <a:ln w="10160">
            <a:solidFill>
              <a:srgbClr val="C05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17920" y="185623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05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phpMyAdmin – DB View 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310896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8 tables listed: admin(1), courses(7), rooms(5), registration(4), states(36), user_log(26), userregistration(3). Total: 146.8 KiB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F2F5FF"/>
          </a:solidFill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Session-based auth (checklogin.php) · MySQLi prepared statements · htmlentities() input sanitization · Role-based access control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1478E2-C901-3044-DFF9-32B5BDAAB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51560"/>
            <a:ext cx="2560320" cy="20116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725F18-6573-FF32-E7AB-A7315E2ED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59" y="1051560"/>
            <a:ext cx="2742279" cy="20116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1D52154-D891-6951-58C1-0F0890A19E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1051560"/>
            <a:ext cx="26060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Hostel Management System successfully achieves all objectives set at the beginning of the project.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outcomes: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critical hostel tasks: student registration, room management and course cataloguing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Student-facing portal adds self-service functionality – register, login, view profile and room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paper-based processes with a fast, centralized digital platform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prepared statements and session management ensure strong data security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provides a fully responsive, cross-device user interface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with live Chart.js statistics gives powerful operational overview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Enhancements: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fee payment (Razorpay / PayU) · Email &amp; SMS notifications · Visitor management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Paperless attendance via QR codes / biometrics · Multi-hostel multi-admin support · Grievance module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4864"/>
            <a:ext cx="1737360" cy="228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" y="347472"/>
            <a:ext cx="8924544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3840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56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PHP Documentation, The PHP Group. Available: https://www.php.net/docs.php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 MySQL Reference Manual, Oracle Corporation. Available: https://dev.mysql.com/doc/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 Bootstrap Documentation (Version 3.4), Bootstrap Team. Available: https://getbootstrap.com/docs/3.4/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 jQuery API Documentation, jQuery Foundation. Available: https://api.jquery.com/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 Chart.js Documentation, Chart.js Contributors. Available: https://www.chartjs.org/docs/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 Font Awesome Icons (Version 4), Fonticons, Inc. Available: https://fontawesome.com/v4/icons/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 DataTables Documentation, SpryMedia Ltd. Available: https://datatables.net/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 XAMPP Documentation, Apache Friends. Available: https://www.apachefriends.org/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91440"/>
            <a:ext cx="2514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512064"/>
            <a:ext cx="8869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4400" y="1463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05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0"/>
          </a:xfrm>
          <a:prstGeom prst="line">
            <a:avLst/>
          </a:prstGeom>
          <a:noFill/>
          <a:ln w="25400">
            <a:solidFill>
              <a:srgbClr val="C05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Management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" y="4892040"/>
            <a:ext cx="8869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919472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3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 ·  Aditya University, Surampalem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1451</Words>
  <Application>Microsoft Office PowerPoint</Application>
  <PresentationFormat>On-screen Show (16:9)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Management System</dc:title>
  <dc:subject>PptxGenJS Presentation</dc:subject>
  <dc:creator>PptxGenJS</dc:creator>
  <cp:lastModifiedBy>Gangeyulla Prabodh</cp:lastModifiedBy>
  <cp:revision>2</cp:revision>
  <dcterms:created xsi:type="dcterms:W3CDTF">2026-04-04T15:22:07Z</dcterms:created>
  <dcterms:modified xsi:type="dcterms:W3CDTF">2026-04-06T06:32:08Z</dcterms:modified>
</cp:coreProperties>
</file>